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100E-75C0-D7E2-5A6C-CE7674951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3D50E-BA1C-FDA2-D093-41AB13D57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88469-5AE5-DC88-65C7-1B47F62E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A025-E9FB-734E-C969-7FF770D7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38EA3-5004-A23A-326C-3DBC032A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147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7E14-18D5-6FB9-8FB5-A1462651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70F21-91FA-E037-DA10-B5434611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E3089-C725-092E-BC11-355CDDC0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1076-BDD9-E195-1FD2-79493710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D4F8-0F36-A0E3-C024-ECD1B3FD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329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1022-DD95-10B6-7A34-DD3007FA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935D2-2695-F7E9-0985-660E233D8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B6213-0E6F-BE04-5140-B18D5A07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B08B-102D-F484-7DEC-3D81C7BA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52ABC-EEC6-D72E-B3FC-8A85321D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120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3034-E536-E4BA-249D-A5730F28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EA139-DBD3-A2DF-9A0C-2998A9E0A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DAF2A-16C7-EF07-2D0A-49556F7B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248E-EE5C-07BD-03C0-C39CB920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D30AB-00F3-C713-D7AD-C327823D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DE9A0-4086-4CA3-8837-CACAF103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357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1EE0-32BB-0A93-312C-78D01005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DB949-8F72-7F30-8FBB-1CBE33564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44B78-A744-4D0C-F2C1-EE54ACB7C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01871-0766-0E17-D47B-C64FC18C4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E1D1F-429F-D02D-29B8-AA8B5F6A8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F5F30-D3AD-C10A-2694-49109786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47C59-530F-7B5F-6D6A-F198B952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9147F-931C-E031-D18C-B15F6094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980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8FA5-B9DC-18EA-C7CE-A071B6D8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4F9A0-F573-466D-355B-09771533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CE2EE-4294-8D7F-9213-B6698C5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772E5-A72B-E1F2-B427-CF8E55FA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93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AE66E-5A18-3325-E9B6-2EFC1BC3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16649-9360-5FD0-FFD5-E0005020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DAC2C-375F-520D-47FF-51347A79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22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3294-324B-D766-071A-79A8D8C2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7B16-826E-C07C-EED1-DEBCB6AC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4CD9E-0E74-B777-DA5B-87C9263E8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5F8F1-A1FD-CC40-8E26-43BBFC93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3C01E-7357-C9D4-082C-642ED5BF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C4A85-8F9A-0E7F-ED01-187C6B3E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680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7DF4-9557-4D09-5293-CF571FEC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0EB0D-00C9-F066-6B16-87366D2FC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51B17-C4E2-6BA1-3822-4C9FB42FA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04F2B-3E5F-5117-7B98-EF26F1C6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7A31A-3BA1-5894-EEA4-CA028AE9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3EA6-207B-2E10-D259-22C710C6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847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ABA1-21B9-8BF9-51B3-BC6D410B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29E9F-FFB7-6A11-F43B-7C03779F3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B4BF3-4AC4-C5EE-46FE-59932A18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89E6F-C1AC-75FC-AFC6-352FA8D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7F0C-2CAD-5BC9-0620-8B784A68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142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80114-7B12-E6EE-3CB2-0D59BB413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35566-5156-8AC9-26C4-665EB3429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6727C-6D6B-3862-38B7-AE01C5AE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0B6BF-F81B-E534-91E9-F9448BBD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17B8A-4CDC-9538-E1BE-6A4F8D1A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951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F0CAB-7137-8FA1-8A1B-B34CC415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3ED8-FA0B-9E01-D046-5490E38B2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D812A-D458-0C5A-D760-BFFC9637D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B7846-3C6F-40F9-BC96-3D7B54F0839B}" type="datetimeFigureOut">
              <a:rPr lang="en-ID" smtClean="0"/>
              <a:t>07/01/2026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DFC7B-7CE3-D428-F87F-9B0B91F89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8FDC-7036-B0DD-728D-A91F7882B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1F3E6-06F0-4FF1-A64C-2A3290A499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868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1859-3371-CACF-B42A-B77011A85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D" sz="5400" dirty="0" err="1"/>
              <a:t>Praktikum</a:t>
            </a:r>
            <a:r>
              <a:rPr lang="en-ID" sz="5400"/>
              <a:t> </a:t>
            </a:r>
            <a:r>
              <a:rPr lang="en-ID" sz="5400" smtClean="0"/>
              <a:t>Sesi-13</a:t>
            </a:r>
            <a:endParaRPr lang="en-ID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5CAC9-C2E7-DE2C-3D05-2C44A999A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 smtClean="0"/>
              <a:t>250414010 </a:t>
            </a:r>
            <a:r>
              <a:rPr lang="en-ID" dirty="0"/>
              <a:t>– </a:t>
            </a:r>
            <a:r>
              <a:rPr lang="en-ID" dirty="0" err="1" smtClean="0"/>
              <a:t>Zaki</a:t>
            </a:r>
            <a:r>
              <a:rPr lang="en-ID" dirty="0" smtClean="0"/>
              <a:t> Yusron </a:t>
            </a:r>
            <a:r>
              <a:rPr lang="en-ID" dirty="0" err="1" smtClean="0"/>
              <a:t>Hasyimmi</a:t>
            </a:r>
            <a:endParaRPr lang="en-ID" dirty="0"/>
          </a:p>
          <a:p>
            <a:r>
              <a:rPr lang="en-ID" dirty="0" err="1"/>
              <a:t>Kelas</a:t>
            </a:r>
            <a:r>
              <a:rPr lang="en-ID" dirty="0"/>
              <a:t>: </a:t>
            </a:r>
            <a:r>
              <a:rPr lang="en-ID" dirty="0" smtClean="0"/>
              <a:t>1IF - 01</a:t>
            </a:r>
            <a:endParaRPr lang="en-ID" dirty="0"/>
          </a:p>
          <a:p>
            <a:r>
              <a:rPr lang="en-ID" dirty="0" err="1" smtClean="0"/>
              <a:t>Rabu</a:t>
            </a:r>
            <a:r>
              <a:rPr lang="en-ID" dirty="0" smtClean="0"/>
              <a:t>, 7 January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43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23" y="1380579"/>
            <a:ext cx="4934639" cy="2105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2" y="4528486"/>
            <a:ext cx="347711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28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979" y="1258680"/>
            <a:ext cx="4305901" cy="22482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4307722"/>
            <a:ext cx="4648849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255" y="889348"/>
            <a:ext cx="4610743" cy="27054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4529585"/>
            <a:ext cx="3839111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9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61" y="889348"/>
            <a:ext cx="6735115" cy="3191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4524684"/>
            <a:ext cx="5382376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6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541" y="973522"/>
            <a:ext cx="4763165" cy="31341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4690085"/>
            <a:ext cx="5058481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287B6-F1C6-DD90-1D80-E54D2134F06F}"/>
              </a:ext>
            </a:extLst>
          </p:cNvPr>
          <p:cNvSpPr txBox="1"/>
          <p:nvPr/>
        </p:nvSpPr>
        <p:spPr>
          <a:xfrm>
            <a:off x="626301" y="889348"/>
            <a:ext cx="442877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>
                <a:latin typeface="Bahnschrift" panose="020B0502040204020203" pitchFamily="34" charset="0"/>
              </a:rPr>
              <a:t>Python</a:t>
            </a:r>
            <a:r>
              <a:rPr lang="en-ID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476FA-EBAB-B635-19BF-58D0F4EE1A3F}"/>
              </a:ext>
            </a:extLst>
          </p:cNvPr>
          <p:cNvSpPr txBox="1"/>
          <p:nvPr/>
        </p:nvSpPr>
        <p:spPr>
          <a:xfrm>
            <a:off x="626301" y="3822526"/>
            <a:ext cx="334445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jalannya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490" y="889348"/>
            <a:ext cx="5258534" cy="24196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4420582"/>
            <a:ext cx="5468113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2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64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Office Theme</vt:lpstr>
      <vt:lpstr>Praktikum Sesi-13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Sesi-1</dc:title>
  <dc:creator>S N M P Simamora</dc:creator>
  <cp:lastModifiedBy>Yusron</cp:lastModifiedBy>
  <cp:revision>10</cp:revision>
  <dcterms:created xsi:type="dcterms:W3CDTF">2024-10-07T23:37:09Z</dcterms:created>
  <dcterms:modified xsi:type="dcterms:W3CDTF">2026-01-07T05:37:30Z</dcterms:modified>
</cp:coreProperties>
</file>