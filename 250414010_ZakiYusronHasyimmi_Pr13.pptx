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0" r:id="rId5"/>
    <p:sldId id="259" r:id="rId6"/>
    <p:sldId id="262" r:id="rId7"/>
    <p:sldId id="263" r:id="rId8"/>
    <p:sldId id="264" r:id="rId9"/>
    <p:sldId id="25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62" d="100"/>
          <a:sy n="62" d="100"/>
        </p:scale>
        <p:origin x="50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100E-75C0-D7E2-5A6C-CE76749512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53D50E-BA1C-FDA2-D093-41AB13D576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588469-5AE5-DC88-65C7-1B47F62EC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CA025-E9FB-734E-C969-7FF770D7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38EA3-5004-A23A-326C-3DBC032A9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31472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47E14-18D5-6FB9-8FB5-A1462651D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70F21-91FA-E037-DA10-B54346113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5E3089-C725-092E-BC11-355CDDC09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0D1076-BDD9-E195-1FD2-794937104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F4D4F8-0F36-A0E3-C024-ECD1B3FD4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632974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A1022-DD95-10B6-7A34-DD3007FA0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3935D2-2695-F7E9-0985-660E233D8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B6213-0E6F-BE04-5140-B18D5A076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CB08B-102D-F484-7DEC-3D81C7BA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52ABC-EEC6-D72E-B3FC-8A85321D1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41206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13034-E536-E4BA-249D-A5730F280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EA139-DBD3-A2DF-9A0C-2998A9E0AB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ADAF2A-16C7-EF07-2D0A-49556F7BA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B248E-EE5C-07BD-03C0-C39CB9200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D30AB-00F3-C713-D7AD-C327823D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3DE9A0-4086-4CA3-8837-CACAF1031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73577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21EE0-32BB-0A93-312C-78D010053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5DB949-8F72-7F30-8FBB-1CBE33564D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F44B78-A744-4D0C-F2C1-EE54ACB7C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301871-0766-0E17-D47B-C64FC18C40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DE1D1F-429F-D02D-29B8-AA8B5F6A87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0F5F30-D3AD-C10A-2694-49109786C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147C59-530F-7B5F-6D6A-F198B9525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A9147F-931C-E031-D18C-B15F6094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39800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D8FA5-B9DC-18EA-C7CE-A071B6D89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E4F9A0-F573-466D-355B-097715339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DCE2EE-4294-8D7F-9213-B6698C50B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C772E5-A72B-E1F2-B427-CF8E55FAC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8930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CAE66E-5A18-3325-E9B6-2EFC1BC39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F16649-9360-5FD0-FFD5-E00050205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DAC2C-375F-520D-47FF-51347A79C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64228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33294-324B-D766-071A-79A8D8C2D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A7B16-826E-C07C-EED1-DEBCB6AC27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34CD9E-0E74-B777-DA5B-87C9263E85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25F8F1-A1FD-CC40-8E26-43BBFC937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3C01E-7357-C9D4-082C-642ED5BF5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FC4A85-8F9A-0E7F-ED01-187C6B3EE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76801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77DF4-9557-4D09-5293-CF571FEC1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E0EB0D-00C9-F066-6B16-87366D2FCE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E51B17-C4E2-6BA1-3822-4C9FB42FA4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004F2B-3E5F-5117-7B98-EF26F1C60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D7A31A-3BA1-5894-EEA4-CA028AE9E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B3EA6-207B-2E10-D259-22C710C6F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7847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9ABA1-21B9-8BF9-51B3-BC6D410B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B29E9F-FFB7-6A11-F43B-7C03779F3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B4BF3-4AC4-C5EE-46FE-59932A188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289E6F-C1AC-75FC-AFC6-352FA8D58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87F0C-2CAD-5BC9-0620-8B784A68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31426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380114-7B12-E6EE-3CB2-0D59BB4136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635566-5156-8AC9-26C4-665EB3429C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6727C-6D6B-3862-38B7-AE01C5AE8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0B6BF-F81B-E534-91E9-F9448BBD1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D17B8A-4CDC-9538-E1BE-6A4F8D1A2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99519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CF0CAB-7137-8FA1-8A1B-B34CC4153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13ED8-FA0B-9E01-D046-5490E38B2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BD812A-D458-0C5A-D760-BFFC9637DA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BDFC7B-7CE3-D428-F87F-9B0B91F89C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D48FDC-7036-B0DD-728D-A91F7882B5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18688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D1859-3371-CACF-B42A-B77011A85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D" sz="5400" dirty="0" err="1"/>
              <a:t>Praktikum</a:t>
            </a:r>
            <a:r>
              <a:rPr lang="en-ID" sz="5400" dirty="0"/>
              <a:t> </a:t>
            </a:r>
            <a:r>
              <a:rPr lang="en-ID" sz="5400" dirty="0" smtClean="0"/>
              <a:t>Sesi-13</a:t>
            </a:r>
            <a:endParaRPr lang="en-ID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85CAC9-C2E7-DE2C-3D05-2C44A999AB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D" dirty="0" smtClean="0"/>
              <a:t>250414010 </a:t>
            </a:r>
            <a:r>
              <a:rPr lang="en-ID" dirty="0"/>
              <a:t>– </a:t>
            </a:r>
            <a:r>
              <a:rPr lang="en-ID" dirty="0" err="1" smtClean="0"/>
              <a:t>Zaki</a:t>
            </a:r>
            <a:r>
              <a:rPr lang="en-ID" dirty="0" smtClean="0"/>
              <a:t> Yusron </a:t>
            </a:r>
            <a:r>
              <a:rPr lang="en-ID" dirty="0" err="1" smtClean="0"/>
              <a:t>Hasyimmi</a:t>
            </a:r>
            <a:endParaRPr lang="en-ID" dirty="0"/>
          </a:p>
          <a:p>
            <a:r>
              <a:rPr lang="en-ID" dirty="0" err="1"/>
              <a:t>Kelas</a:t>
            </a:r>
            <a:r>
              <a:rPr lang="en-ID" dirty="0"/>
              <a:t>: </a:t>
            </a:r>
            <a:r>
              <a:rPr lang="en-ID" dirty="0" smtClean="0"/>
              <a:t>1IF - 01</a:t>
            </a:r>
            <a:endParaRPr lang="en-ID" dirty="0"/>
          </a:p>
          <a:p>
            <a:r>
              <a:rPr lang="en-ID" dirty="0" err="1" smtClean="0"/>
              <a:t>Rabu</a:t>
            </a:r>
            <a:r>
              <a:rPr lang="en-ID" dirty="0" smtClean="0"/>
              <a:t>, 7 January 2026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264369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323" y="1380579"/>
            <a:ext cx="4934639" cy="210531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2" y="4528486"/>
            <a:ext cx="3477110" cy="1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728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979" y="1258680"/>
            <a:ext cx="4305901" cy="224821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307722"/>
            <a:ext cx="4648849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80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255" y="889348"/>
            <a:ext cx="4610743" cy="270547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529585"/>
            <a:ext cx="3839111" cy="96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997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961" y="889348"/>
            <a:ext cx="6735115" cy="319132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524684"/>
            <a:ext cx="5382376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665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7541" y="973522"/>
            <a:ext cx="4763165" cy="313416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690085"/>
            <a:ext cx="5058481" cy="108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785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3490" y="889348"/>
            <a:ext cx="5258534" cy="241968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420582"/>
            <a:ext cx="5468113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225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01" y="4729226"/>
            <a:ext cx="4420217" cy="93358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957" y="1074014"/>
            <a:ext cx="4667901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833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6641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87</Words>
  <Application>Microsoft Office PowerPoint</Application>
  <PresentationFormat>Widescreen</PresentationFormat>
  <Paragraphs>18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Bahnschrift</vt:lpstr>
      <vt:lpstr>Calibri</vt:lpstr>
      <vt:lpstr>Calibri Light</vt:lpstr>
      <vt:lpstr>Office Theme</vt:lpstr>
      <vt:lpstr>Praktikum Sesi-13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Praktikum Sesi-1</dc:title>
  <dc:creator>S N M P Simamora</dc:creator>
  <cp:lastModifiedBy>Yusron</cp:lastModifiedBy>
  <cp:revision>11</cp:revision>
  <dcterms:created xsi:type="dcterms:W3CDTF">2024-10-07T23:37:09Z</dcterms:created>
  <dcterms:modified xsi:type="dcterms:W3CDTF">2026-01-07T05:57:03Z</dcterms:modified>
</cp:coreProperties>
</file>